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40" r:id="rId10"/>
    <p:sldId id="341" r:id="rId11"/>
    <p:sldId id="342" r:id="rId12"/>
    <p:sldId id="344" r:id="rId13"/>
    <p:sldId id="34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1" d="100"/>
          <a:sy n="71" d="100"/>
        </p:scale>
        <p:origin x="612" y="78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12/28/2025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IN" b="0" dirty="0">
                <a:solidFill>
                  <a:schemeClr val="tx1"/>
                </a:solidFill>
              </a:rPr>
              <a:t>By-Priyanshu Semwal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0" y="2372854"/>
            <a:ext cx="5161935" cy="1282644"/>
          </a:xfrm>
        </p:spPr>
        <p:txBody>
          <a:bodyPr>
            <a:noAutofit/>
          </a:bodyPr>
          <a:lstStyle/>
          <a:p>
            <a:r>
              <a:rPr lang="en-GB" sz="3600" b="1" dirty="0"/>
              <a:t>Keyloggers-</a:t>
            </a:r>
            <a:br>
              <a:rPr lang="en-GB" sz="3600" b="1" dirty="0"/>
            </a:br>
            <a:r>
              <a:rPr lang="en-GB" sz="3600" b="1" dirty="0"/>
              <a:t>Capturing Key Strokes</a:t>
            </a:r>
            <a:endParaRPr lang="en-IN" sz="36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598879"/>
            <a:ext cx="6703727" cy="4596364"/>
          </a:xfrm>
        </p:spPr>
        <p:txBody>
          <a:bodyPr>
            <a:noAutofit/>
          </a:bodyPr>
          <a:lstStyle/>
          <a:p>
            <a:r>
              <a:rPr lang="en-US" sz="1600" dirty="0"/>
              <a:t>In today’s digital world, user interaction with systems mainly happens through keyboards. Understanding how keystrokes are generated, captured, and stored at the system level is important for learning </a:t>
            </a:r>
            <a:r>
              <a:rPr lang="en-US" sz="1600" b="1" dirty="0"/>
              <a:t>computer security, ethical hacking awareness, and defensive programming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How keystroke data flows from input devices to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How malicious software like keyloggers operate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How security professionals detect and prevent such threats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sz="1600" dirty="0"/>
              <a:t>This project aims to </a:t>
            </a:r>
            <a:r>
              <a:rPr lang="en-US" sz="1600" b="1" dirty="0"/>
              <a:t>study and demonstrate the concept of keylogging in a controlled and ethical environment for educational purposes only</a:t>
            </a:r>
            <a:r>
              <a:rPr lang="en-US" sz="1600" dirty="0"/>
              <a:t>, helping students understand both </a:t>
            </a:r>
            <a:r>
              <a:rPr lang="en-US" sz="1600" b="1" dirty="0"/>
              <a:t>offensive techniques and defensive security measures</a:t>
            </a:r>
            <a:r>
              <a:rPr lang="en-US" sz="1600" dirty="0"/>
              <a:t>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608484"/>
            <a:ext cx="5435601" cy="81403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F93203-A77D-2C3A-24D1-9F54A47F9F30}"/>
              </a:ext>
            </a:extLst>
          </p:cNvPr>
          <p:cNvSpPr txBox="1"/>
          <p:nvPr/>
        </p:nvSpPr>
        <p:spPr>
          <a:xfrm>
            <a:off x="675957" y="1619250"/>
            <a:ext cx="840105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project </a:t>
            </a:r>
            <a:r>
              <a:rPr lang="en-US" sz="2400" b="1" dirty="0"/>
              <a:t>“Keyloggers – Capturing Keystrokes”</a:t>
            </a:r>
            <a:r>
              <a:rPr lang="en-US" sz="2400" dirty="0"/>
              <a:t> is an educational implementation that demonstrates how keyboard inputs can be captured and stored using Python. It uses a simple graphical interface to start the logging process and records keystroke events in text and JSON formats, helping learners understand input handling, file storage, and cybersecurity concepts.</a:t>
            </a:r>
          </a:p>
          <a:p>
            <a:endParaRPr lang="en-US" sz="2400" dirty="0"/>
          </a:p>
          <a:p>
            <a:r>
              <a:rPr lang="en-US" sz="2400" b="1" dirty="0"/>
              <a:t>Key Highlights: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Captures key press, hold, and release events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Stores keystrokes in text and JSON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Uses Python and </a:t>
            </a:r>
            <a:r>
              <a:rPr lang="en-US" sz="2400" dirty="0" err="1"/>
              <a:t>Tkinter</a:t>
            </a:r>
            <a:r>
              <a:rPr lang="en-US" sz="2400" dirty="0"/>
              <a:t> for GUI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Designed for educational and ethical learning purposes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8186667" cy="418544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end users of this project include:</a:t>
            </a:r>
          </a:p>
          <a:p>
            <a:r>
              <a:rPr lang="en-US" sz="1800" b="1" dirty="0"/>
              <a:t>Students</a:t>
            </a:r>
            <a:r>
              <a:rPr lang="en-US" sz="1800" dirty="0"/>
              <a:t> learning:</a:t>
            </a:r>
          </a:p>
          <a:p>
            <a:pPr lvl="1"/>
            <a:r>
              <a:rPr lang="en-US" dirty="0"/>
              <a:t>Cyber Security</a:t>
            </a:r>
          </a:p>
          <a:p>
            <a:pPr lvl="1"/>
            <a:r>
              <a:rPr lang="en-US" dirty="0"/>
              <a:t>Ethical Hacking</a:t>
            </a:r>
          </a:p>
          <a:p>
            <a:pPr lvl="1"/>
            <a:r>
              <a:rPr lang="en-US" dirty="0"/>
              <a:t>System Programming</a:t>
            </a:r>
          </a:p>
          <a:p>
            <a:pPr lvl="1"/>
            <a:r>
              <a:rPr lang="en-US" dirty="0"/>
              <a:t>Python Programming</a:t>
            </a:r>
          </a:p>
          <a:p>
            <a:r>
              <a:rPr lang="en-US" sz="1800" b="1" dirty="0"/>
              <a:t>Faculty members</a:t>
            </a:r>
            <a:r>
              <a:rPr lang="en-US" sz="1800" dirty="0"/>
              <a:t> for academic demonstration</a:t>
            </a:r>
          </a:p>
          <a:p>
            <a:r>
              <a:rPr lang="en-US" sz="1800" b="1" dirty="0"/>
              <a:t>Security learners</a:t>
            </a:r>
            <a:r>
              <a:rPr lang="en-US" sz="1800" dirty="0"/>
              <a:t> who want to understand how keylogging attacks work</a:t>
            </a:r>
          </a:p>
          <a:p>
            <a:r>
              <a:rPr lang="en-US" sz="1800" b="1" dirty="0"/>
              <a:t>Researchers</a:t>
            </a:r>
            <a:r>
              <a:rPr lang="en-US" sz="1800" dirty="0"/>
              <a:t> studying malware behavior for detection and prevention</a:t>
            </a:r>
          </a:p>
          <a:p>
            <a:pPr marL="0" indent="0">
              <a:buNone/>
            </a:pPr>
            <a:r>
              <a:rPr lang="en-US" sz="1800" i="1" dirty="0">
                <a:highlight>
                  <a:srgbClr val="FFFF00"/>
                </a:highlight>
              </a:rPr>
              <a:t>The project is strictly intended for educational and research purposes only.</a:t>
            </a:r>
            <a:endParaRPr lang="en-US" sz="1800" dirty="0">
              <a:highlight>
                <a:srgbClr val="FFFF00"/>
              </a:highlight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7361965-CA5D-3AF3-E870-08A5D9DC4034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1778000" y="1469345"/>
            <a:ext cx="7514610" cy="50937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Programming Language:</a:t>
            </a:r>
            <a:r>
              <a:rPr lang="en-GB" dirty="0"/>
              <a:t> Python</a:t>
            </a:r>
          </a:p>
          <a:p>
            <a:r>
              <a:rPr lang="en-GB" b="1" dirty="0"/>
              <a:t>GUI Framework:</a:t>
            </a:r>
            <a:r>
              <a:rPr lang="en-GB" dirty="0"/>
              <a:t> Python GUI (</a:t>
            </a:r>
            <a:r>
              <a:rPr lang="en-GB" dirty="0" err="1"/>
              <a:t>Tkinter</a:t>
            </a:r>
            <a:r>
              <a:rPr lang="en-GB" dirty="0"/>
              <a:t>)</a:t>
            </a:r>
          </a:p>
          <a:p>
            <a:r>
              <a:rPr lang="en-GB" b="1" dirty="0"/>
              <a:t>Operating System:</a:t>
            </a:r>
            <a:r>
              <a:rPr lang="en-GB" dirty="0"/>
              <a:t> Windows</a:t>
            </a:r>
          </a:p>
          <a:p>
            <a:r>
              <a:rPr lang="en-GB" b="1" dirty="0"/>
              <a:t>File Handling:</a:t>
            </a:r>
            <a:r>
              <a:rPr lang="en-GB" dirty="0"/>
              <a:t> Text-based log storage</a:t>
            </a:r>
          </a:p>
          <a:p>
            <a:r>
              <a:rPr lang="en-GB" b="1" dirty="0"/>
              <a:t>Concepts Used:</a:t>
            </a:r>
            <a:endParaRPr lang="en-GB" dirty="0"/>
          </a:p>
          <a:p>
            <a:pPr lvl="1"/>
            <a:r>
              <a:rPr lang="en-GB" dirty="0"/>
              <a:t>Keyboard input monitoring (conceptual)</a:t>
            </a:r>
          </a:p>
          <a:p>
            <a:pPr lvl="1"/>
            <a:r>
              <a:rPr lang="en-GB" dirty="0"/>
              <a:t>Event handling</a:t>
            </a:r>
          </a:p>
          <a:p>
            <a:pPr lvl="1"/>
            <a:r>
              <a:rPr lang="en-GB" dirty="0"/>
              <a:t>File operations</a:t>
            </a:r>
          </a:p>
          <a:p>
            <a:pPr lvl="1"/>
            <a:r>
              <a:rPr lang="en-GB" dirty="0"/>
              <a:t>GUI design</a:t>
            </a:r>
          </a:p>
          <a:p>
            <a:pPr lvl="1"/>
            <a:r>
              <a:rPr lang="en-GB" dirty="0"/>
              <a:t>Cybersecurity awareness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5E02-7B66-0EF8-02D3-C0768BDE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AE0566-15A8-7FB5-D3AE-BC73BA6E73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A1803B-9A30-3FE2-0FA4-A37F32E8B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6A7FC63-E791-7840-145A-0A3002E40D1C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96DA29-3171-B1CE-FFDA-3C9EABF07604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71EA4E0-5091-02A2-5A32-5D58A3B54E34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24ED54F-413C-450D-693E-96E6BDB0E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153326"/>
            <a:ext cx="4689670" cy="495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32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7F0CA-0CEC-AD08-4AE2-7D6353D3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EF87ED-1B34-248C-3BD5-296F540B16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A11C0D9-64F5-69D4-4BA1-D09E206E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16E4C1A-7827-FF22-9348-532E0566BB9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08EBB98-266B-209D-DB35-C1BCD6243E9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C70057D0-C4DC-1261-F09B-F5F460258262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E3BB21-8E13-5FD1-7776-54BF3AA0FD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380" b="16972"/>
          <a:stretch>
            <a:fillRect/>
          </a:stretch>
        </p:blipFill>
        <p:spPr>
          <a:xfrm>
            <a:off x="675957" y="1201586"/>
            <a:ext cx="4928546" cy="482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512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15C4F-5892-0F38-00C9-454003FC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67364-7D3A-5C50-711C-B0215DD080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1A84BC6-8671-CE24-79F2-943D0506A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B2C8F20-0A40-E11B-D9B9-5FF2FF5E43A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66E1BE-17A0-4C93-0B0E-64FF41FA9CC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ECB84EC-2B99-8525-7164-145D2B590412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D64A6C-5A76-BEFE-19E3-423B96BDA0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201586"/>
            <a:ext cx="8964618" cy="471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29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DB4C2-042F-FA3B-9E7E-3E7A38EF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1D4362-8B8B-76B7-6740-88F378E96B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56A35E6-23A2-F845-1C10-8B3D0777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799E308-9F78-BB58-4AD6-BC7CD04675A6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5DFFEE1-9A63-D99B-83B6-738301FC643C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3875D54C-39C8-10BA-C902-210470EBE0A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707F93-AC11-94AC-E9ED-E3807C4BE0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808" b="40247"/>
          <a:stretch>
            <a:fillRect/>
          </a:stretch>
        </p:blipFill>
        <p:spPr>
          <a:xfrm>
            <a:off x="675956" y="1275370"/>
            <a:ext cx="6381335" cy="445044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0D4C97-56B0-9360-3E34-55873110463C}"/>
              </a:ext>
            </a:extLst>
          </p:cNvPr>
          <p:cNvCxnSpPr>
            <a:cxnSpLocks/>
          </p:cNvCxnSpPr>
          <p:nvPr/>
        </p:nvCxnSpPr>
        <p:spPr>
          <a:xfrm>
            <a:off x="6295005" y="3931814"/>
            <a:ext cx="753834" cy="98473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D5B09D-146D-C257-364C-82FBFE854427}"/>
              </a:ext>
            </a:extLst>
          </p:cNvPr>
          <p:cNvCxnSpPr>
            <a:cxnSpLocks/>
          </p:cNvCxnSpPr>
          <p:nvPr/>
        </p:nvCxnSpPr>
        <p:spPr>
          <a:xfrm flipH="1">
            <a:off x="4384446" y="3931814"/>
            <a:ext cx="758717" cy="1021186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943CBB9-AF82-199E-3CE2-0F57D116C3CE}"/>
              </a:ext>
            </a:extLst>
          </p:cNvPr>
          <p:cNvSpPr/>
          <p:nvPr/>
        </p:nvSpPr>
        <p:spPr>
          <a:xfrm>
            <a:off x="6096000" y="4977459"/>
            <a:ext cx="1582965" cy="361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Json File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B720CA-AEE3-5798-50C5-C4964AEE26EF}"/>
              </a:ext>
            </a:extLst>
          </p:cNvPr>
          <p:cNvSpPr/>
          <p:nvPr/>
        </p:nvSpPr>
        <p:spPr>
          <a:xfrm>
            <a:off x="3664543" y="4977459"/>
            <a:ext cx="1582965" cy="3619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File</a:t>
            </a:r>
          </a:p>
        </p:txBody>
      </p:sp>
    </p:spTree>
    <p:extLst>
      <p:ext uri="{BB962C8B-B14F-4D97-AF65-F5344CB8AC3E}">
        <p14:creationId xmlns:p14="http://schemas.microsoft.com/office/powerpoint/2010/main" val="2556343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F4CA6-25A0-DC3D-B0E4-EFE03686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FB170D-3F00-D4D2-CDE7-502937E4C24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2E950E-D1E5-BFD4-FF65-CE9D88735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BAF694B-CE83-D7EC-006B-4D7CF403098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8FA0746-4A57-2410-8FEF-6B4E7ECF42D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07AD1AB4-55E5-E312-8629-02E8E36A0AD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66172D-7B44-6FA5-9501-41F8DA636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1385746"/>
            <a:ext cx="8261566" cy="435169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2EDAAB0-8FC3-8E71-877F-F464E56BF213}"/>
              </a:ext>
            </a:extLst>
          </p:cNvPr>
          <p:cNvSpPr/>
          <p:nvPr/>
        </p:nvSpPr>
        <p:spPr>
          <a:xfrm>
            <a:off x="2238245" y="4371817"/>
            <a:ext cx="1120877" cy="435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Text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4AD0F-84D4-9492-8A94-0C1E79094F34}"/>
              </a:ext>
            </a:extLst>
          </p:cNvPr>
          <p:cNvSpPr/>
          <p:nvPr/>
        </p:nvSpPr>
        <p:spPr>
          <a:xfrm>
            <a:off x="6187999" y="4371816"/>
            <a:ext cx="1120877" cy="435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Json file</a:t>
            </a:r>
          </a:p>
        </p:txBody>
      </p:sp>
    </p:spTree>
    <p:extLst>
      <p:ext uri="{BB962C8B-B14F-4D97-AF65-F5344CB8AC3E}">
        <p14:creationId xmlns:p14="http://schemas.microsoft.com/office/powerpoint/2010/main" val="338050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2079350"/>
            <a:ext cx="6080498" cy="2562575"/>
          </a:xfrm>
        </p:spPr>
        <p:txBody>
          <a:bodyPr>
            <a:noAutofit/>
          </a:bodyPr>
          <a:lstStyle/>
          <a:p>
            <a:r>
              <a:rPr lang="en-US" sz="2800" dirty="0"/>
              <a:t>Thank you for your valuable time and attention.</a:t>
            </a:r>
            <a:br>
              <a:rPr lang="en-US" sz="2800" dirty="0"/>
            </a:br>
            <a:r>
              <a:rPr lang="en-US" sz="2800" dirty="0"/>
              <a:t>This project was developed as part of our academic learning to understand keylogging concepts, system input handling, and cybersecurity awareness.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630</TotalTime>
  <Words>370</Words>
  <Application>Microsoft Office PowerPoint</Application>
  <PresentationFormat>Widescreen</PresentationFormat>
  <Paragraphs>59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Keyloggers- Capturing Key Strokes</vt:lpstr>
      <vt:lpstr>PROBLEM  STATEMENT</vt:lpstr>
      <vt:lpstr>Project Description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75</cp:revision>
  <dcterms:created xsi:type="dcterms:W3CDTF">2021-07-11T13:13:15Z</dcterms:created>
  <dcterms:modified xsi:type="dcterms:W3CDTF">2025-12-28T11:42:01Z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